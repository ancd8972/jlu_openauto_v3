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11" r:id="rId3"/>
    <p:sldId id="312" r:id="rId4"/>
    <p:sldId id="313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256" r:id="rId16"/>
    <p:sldId id="261" r:id="rId17"/>
    <p:sldId id="257" r:id="rId18"/>
    <p:sldId id="258" r:id="rId19"/>
    <p:sldId id="259" r:id="rId20"/>
    <p:sldId id="260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3" r:id="rId42"/>
    <p:sldId id="284" r:id="rId43"/>
    <p:sldId id="282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5100" y="1092200"/>
            <a:ext cx="6272213" cy="467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7013" y="1206500"/>
            <a:ext cx="6149975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5113" y="1203325"/>
            <a:ext cx="6073775" cy="444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2263" y="1252538"/>
            <a:ext cx="5959475" cy="435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5350" y="1012825"/>
            <a:ext cx="73533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0588" y="933450"/>
            <a:ext cx="7361237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50" y="876300"/>
            <a:ext cx="72771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7738" y="963613"/>
            <a:ext cx="7246937" cy="493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088" y="944563"/>
            <a:ext cx="6980237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313" y="993775"/>
            <a:ext cx="7445375" cy="486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2663" y="966788"/>
            <a:ext cx="7178675" cy="492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0313" y="1042988"/>
            <a:ext cx="6683375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1713" y="1028700"/>
            <a:ext cx="71405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990600"/>
            <a:ext cx="7239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00108"/>
            <a:ext cx="7696200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17" y="1600200"/>
            <a:ext cx="757256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9475" y="1092200"/>
            <a:ext cx="7385050" cy="467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73129" y="1600200"/>
            <a:ext cx="719774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225" y="1077913"/>
            <a:ext cx="7575550" cy="470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5838" y="1042988"/>
            <a:ext cx="7170737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438" y="1031875"/>
            <a:ext cx="7475537" cy="479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0" y="1020763"/>
            <a:ext cx="7391400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8363" y="1031875"/>
            <a:ext cx="7407275" cy="479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5388" y="1073150"/>
            <a:ext cx="6751637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100138"/>
            <a:ext cx="7162800" cy="465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1875" y="1066800"/>
            <a:ext cx="708025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38" y="1020763"/>
            <a:ext cx="6713537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5063" y="1069975"/>
            <a:ext cx="6873875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8075" y="1073150"/>
            <a:ext cx="6927850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300" y="1042988"/>
            <a:ext cx="6881813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4563" y="974725"/>
            <a:ext cx="7254875" cy="49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25" y="1104900"/>
            <a:ext cx="688975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8400" y="1009650"/>
            <a:ext cx="6805613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3163" y="1069975"/>
            <a:ext cx="6797675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3" y="249577"/>
            <a:ext cx="5214974" cy="627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3525" y="1073150"/>
            <a:ext cx="3535363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4234"/>
            <a:ext cx="9086036" cy="608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5350" y="852488"/>
            <a:ext cx="7353300" cy="515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50" y="887413"/>
            <a:ext cx="7277100" cy="508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82663"/>
            <a:ext cx="7315200" cy="489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720" y="126627"/>
            <a:ext cx="5031061" cy="6731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696" y="-21226"/>
            <a:ext cx="5472607" cy="690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185504"/>
            <a:ext cx="4857784" cy="6298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712" y="33915"/>
            <a:ext cx="5208875" cy="6824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180484"/>
            <a:ext cx="9070404" cy="649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6338" y="947738"/>
            <a:ext cx="6789737" cy="496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" y="887413"/>
            <a:ext cx="7696200" cy="508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438" y="952500"/>
            <a:ext cx="747553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7238" y="933450"/>
            <a:ext cx="7627937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138" y="944563"/>
            <a:ext cx="6942137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24" y="188639"/>
            <a:ext cx="9124876" cy="649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8400" y="1020763"/>
            <a:ext cx="6805613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0" y="1004888"/>
            <a:ext cx="7110413" cy="484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3325" y="1031875"/>
            <a:ext cx="6737350" cy="479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6175" y="1123950"/>
            <a:ext cx="68516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300" y="1023938"/>
            <a:ext cx="6881813" cy="480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450" y="974725"/>
            <a:ext cx="6767513" cy="49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138" y="982663"/>
            <a:ext cx="6942137" cy="489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0</Words>
  <Application>Microsoft Office PowerPoint</Application>
  <PresentationFormat>全屏显示(4:3)</PresentationFormat>
  <Paragraphs>0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A15100993069@outlook.com</cp:lastModifiedBy>
  <cp:revision>9</cp:revision>
  <dcterms:modified xsi:type="dcterms:W3CDTF">2023-02-21T02:51:38Z</dcterms:modified>
</cp:coreProperties>
</file>